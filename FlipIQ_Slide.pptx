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FlipIQ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Smarter. One Card at a Time.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832104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874520"/>
            <a:ext cx="2651760" cy="1554480"/>
          </a:xfrm>
          <a:prstGeom prst="rect">
            <a:avLst/>
          </a:prstGeom>
          <a:solidFill>
            <a:srgbClr val="122D4A"/>
          </a:solidFill>
          <a:ln w="12700">
            <a:solidFill>
              <a:srgbClr val="1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87452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File-Based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any subject from a simple .txt file — swap files to switch subjects instantly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2651760" cy="1554480"/>
          </a:xfrm>
          <a:prstGeom prst="rect">
            <a:avLst/>
          </a:prstGeom>
          <a:solidFill>
            <a:srgbClr val="122D4A"/>
          </a:solidFill>
          <a:ln w="12700">
            <a:solidFill>
              <a:srgbClr val="1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87452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Recall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answers from memory — no multiple choice, no guessing, real learning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874520"/>
            <a:ext cx="2651760" cy="1554480"/>
          </a:xfrm>
          <a:prstGeom prst="rect">
            <a:avLst/>
          </a:prstGeom>
          <a:solidFill>
            <a:srgbClr val="122D4A"/>
          </a:solidFill>
          <a:ln w="12700">
            <a:solidFill>
              <a:srgbClr val="1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87452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&amp; 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788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final score and a list of missed cards saved to missed.txt for follow-up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526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Leveille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•  File I/O  •  Functions  •  Lists  •  Loops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FlipIQ Project Slide</dc:title>
  <dc:subject>PptxGenJS Presentation</dc:subject>
  <dc:creator>PptxGenJS</dc:creator>
  <cp:lastModifiedBy>PptxGenJS</cp:lastModifiedBy>
  <cp:revision>1</cp:revision>
  <dcterms:created xsi:type="dcterms:W3CDTF">2026-05-02T22:33:21Z</dcterms:created>
  <dcterms:modified xsi:type="dcterms:W3CDTF">2026-05-02T22:33:21Z</dcterms:modified>
</cp:coreProperties>
</file>